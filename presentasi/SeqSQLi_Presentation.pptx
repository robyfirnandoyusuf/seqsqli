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(~30 sec)</a:t>
            </a:r>
          </a:p>
          <a:p>
            <a:r>
              <a:t>Good morning. I am Roby Firnando Yusuf.</a:t>
            </a:r>
          </a:p>
          <a:p>
            <a:r>
              <a:t>Today I present SeqSQLi, a Deep RL framework for automated WAF bypass.</a:t>
            </a:r>
          </a:p>
          <a:p>
            <a:r>
              <a:t>Let us get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(~15 sec)</a:t>
            </a:r>
          </a:p>
          <a:p>
            <a:r>
              <a:t>Five parts: background, framework, setup, results,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 (~1 min)</a:t>
            </a:r>
          </a:p>
          <a:p>
            <a:r>
              <a:t>SQL Injection: attacker inserts SQL into inputs. WAFs scan text patterns.</a:t>
            </a:r>
          </a:p>
          <a:p>
            <a:r>
              <a:t>Weakness: change the form, keep the meaning. Example: SELECT -&gt; SeLeCt.</a:t>
            </a:r>
          </a:p>
          <a:p>
            <a:r>
              <a:t>Same database execution, WAF pattern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 (~1 min)</a:t>
            </a:r>
          </a:p>
          <a:p>
            <a:r>
              <a:t>Prior work: random/grammar-based, no ordering study.</a:t>
            </a:r>
          </a:p>
          <a:p>
            <a:r>
              <a:t>SeqSQLi: RL agent gets direct WAF feedback, learns optimal sequences.</a:t>
            </a:r>
          </a:p>
          <a:p>
            <a:r>
              <a:t>First work to formally study whether mutation order is a learnable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FRAMEWORK (~1.5 min)</a:t>
            </a:r>
          </a:p>
          <a:p>
            <a:r>
              <a:t>MDP: observe 67-dim state -&gt; select mutation -&gt; HTTP request to WAF -&gt; response -&gt; reward -&gt; update policy.</a:t>
            </a:r>
          </a:p>
          <a:p>
            <a:r>
              <a:t>Episode: one payload, max 15 steps, ends on SUCCESS or truncation.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(~1 min)</a:t>
            </a:r>
          </a:p>
          <a:p>
            <a:r>
              <a:t>14: checklist of applied mutation families.</a:t>
            </a:r>
          </a:p>
          <a:p>
            <a:r>
              <a:t>1: task type bit prevents policy collapse.</a:t>
            </a:r>
          </a:p>
          <a:p>
            <a:r>
              <a:t>51: last-action one-hot — key for ordering learning.</a:t>
            </a:r>
          </a:p>
          <a:p>
            <a:r>
              <a:t>1: step fraction — encourages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ACTIONS (~1 min)</a:t>
            </a:r>
          </a:p>
          <a:p>
            <a:r>
              <a:t>51 operators, 9 families. All preserve SQL semantics.</a:t>
            </a:r>
          </a:p>
          <a:p>
            <a:r>
              <a:t>Key: aggregate swap (GROUP_CONCAT -&gt; JSON_ARRAYAGG) unlocked complex tier bypass.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 (~45 sec)</a:t>
            </a:r>
          </a:p>
          <a:p>
            <a:r>
              <a:t>Seven outcomes +10 to -3. STAGNANT lowest to prevent no-op policy.</a:t>
            </a:r>
          </a:p>
          <a:p>
            <a:r>
              <a:t>PBRS: bonus per WAF trigger removed, dense guidance, does not change optimal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ALGORITHMS (~1.5 min)</a:t>
            </a:r>
          </a:p>
          <a:p>
            <a:r>
              <a:t>PPO: clipped ratio, soft constraint.</a:t>
            </a:r>
          </a:p>
          <a:p>
            <a:r>
              <a:t>TRPO: hard KL bound, monotonic improvement guarantee — suits sparse/long-horizon.</a:t>
            </a:r>
          </a:p>
          <a:p>
            <a:r>
              <a:t>A2C: no constraint, fast but unstable.</a:t>
            </a:r>
          </a:p>
          <a:p>
            <a:r>
              <a:t>Same network, budget, environment — difference = update mechanism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(~45 sec)</a:t>
            </a:r>
          </a:p>
          <a:p>
            <a:r>
              <a:t>All algorithms: same environment, corpus, budget, eval protocol.</a:t>
            </a:r>
          </a:p>
          <a:p>
            <a:r>
              <a:t>Tier = number of WAF rule families to defeat simultaneously.</a:t>
            </a:r>
          </a:p>
          <a:p>
            <a:r>
              <a:t>All 108 payloads semantically validated against raw backend before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TABLE (~1.5 min)</a:t>
            </a:r>
          </a:p>
          <a:p>
            <a:r>
              <a:t>TRPO: 99.1% IFNR, SPBARC 6.07 — 107/108 payloads bypassed.</a:t>
            </a:r>
          </a:p>
          <a:p>
            <a:r>
              <a:t>PPO 88.9%, A2C 76.9%. All vastly outperform random (3.7%).</a:t>
            </a:r>
          </a:p>
          <a:p>
            <a:r>
              <a:t>Key story: trivial/medium saturated, complex tier is the divergence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(~1 min)</a:t>
            </a:r>
          </a:p>
          <a:p>
            <a:r>
              <a:t>Trivial/medium near 100% for all — easy.</a:t>
            </a:r>
          </a:p>
          <a:p>
            <a:r>
              <a:t>Complex: TRPO 97.2%, PPO 66.7%, A2C 33.3% — dramatic divergence.</a:t>
            </a:r>
          </a:p>
          <a:p>
            <a:r>
              <a:t>Complex requires 3+ mutations in correct order against different WAF rule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CURVES (~45 sec)</a:t>
            </a:r>
          </a:p>
          <a:p>
            <a:r>
              <a:t>TRPO: converges highest, most stable.</a:t>
            </a:r>
          </a:p>
          <a:p>
            <a:r>
              <a:t>PPO: rises fast, plateaus below TRPO.</a:t>
            </a:r>
          </a:p>
          <a:p>
            <a:r>
              <a:t>A2C: policy collapse at 80k — unconstrained update destroys learned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ORDERING (~1.5 min)</a:t>
            </a:r>
          </a:p>
          <a:p>
            <a:r>
              <a:t>35 consensus pairs from training logs.</a:t>
            </a:r>
          </a:p>
          <a:p>
            <a:r>
              <a:t>Most extreme: ident_backtick-&gt;hex_to_char: 98% vs 0%.</a:t>
            </a:r>
          </a:p>
          <a:p>
            <a:r>
              <a:t>hex_to_char corrupts identifier token before backtick can be applied.</a:t>
            </a:r>
          </a:p>
          <a:p>
            <a:r>
              <a:t>Same pattern in 3 algorithms -&gt; originates from WAF rule structure, not learning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(~1 min)</a:t>
            </a:r>
          </a:p>
          <a:p>
            <a:r>
              <a:t>1. RL works for WAF bypass. TRPO nearly solves the problem.</a:t>
            </a:r>
          </a:p>
          <a:p>
            <a:r>
              <a:t>2. TRPO wins — KL bound advantage in sparse/long-horizon.</a:t>
            </a:r>
          </a:p>
          <a:p>
            <a:r>
              <a:t>3. Ordering is real and structural, not an artifact.</a:t>
            </a:r>
          </a:p>
          <a:p>
            <a:r>
              <a:t>4. Complex tier is the true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 (~45 sec)</a:t>
            </a:r>
          </a:p>
          <a:p>
            <a:r>
              <a:t>Limitations: one WAF, one injection type, one app.</a:t>
            </a:r>
          </a:p>
          <a:p>
            <a:r>
              <a:t>Most exciting: RQ2 zero-shot transfer to Safeline CE (ML-based WAF).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</a:t>
            </a:r>
          </a:p>
          <a:p>
            <a:r>
              <a:t>Thank you for your attention.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6A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3017520"/>
          </a:xfrm>
          <a:prstGeom prst="rect">
            <a:avLst/>
          </a:prstGeom>
          <a:solidFill>
            <a:srgbClr val="195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SeqSQLi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CE8F5"/>
                </a:solidFill>
              </a:rPr>
              <a:t>Sequential SQL Injection WAF Bypass
via Deep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AACCEE"/>
                </a:solidFill>
              </a:rPr>
              <a:t>Roby Firnando Yusuf  |  Advisor: Prof. Duksan Ryu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AACC"/>
                </a:solidFill>
              </a:rPr>
              <a:t>Final Seminar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508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1.  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331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2.  SeqSQLi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546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3.  Experimental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77639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4.  Results &amp;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006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66AC"/>
                </a:solidFill>
              </a:rPr>
              <a:t>5. 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SQL Injection remains a persistent web security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  -  SQL Injection listed in OWASP Top 10 2025 — Injection category (A05)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  -  Attackers embed SQL commands into user-controlled inputs (e.g. login forms)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0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  -  Impact: unauthorized access, full database exfiltration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6207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66AC"/>
                </a:solidFill>
              </a:rPr>
              <a:t>  -  Web Application Firewalls (WAFs) are the primary defense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7413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  -  WAFs block requests by matching text against known malicious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604D"/>
                </a:solidFill>
              </a:rPr>
              <a:t>  -  Core weakness: WAFs check syntax, not semantics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9826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604D"/>
                </a:solidFill>
              </a:rPr>
              <a:t>    Same SQL meaning + different surface form = WAF evasion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Why reinforcement learning?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5440680" cy="5120640"/>
          </a:xfrm>
          <a:prstGeom prst="rect">
            <a:avLst/>
          </a:prstGeom>
          <a:solidFill>
            <a:srgbClr val="FFF3D6"/>
          </a:solidFill>
          <a:ln w="1905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8D00"/>
                </a:solidFill>
              </a:rPr>
              <a:t>Prior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Random mutation — inefficient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15768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Manual trial-and-error — 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65576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Grammar-based — no live WAF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15383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No study of mutation ordering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440680" cy="5120640"/>
          </a:xfrm>
          <a:prstGeom prst="rect">
            <a:avLst/>
          </a:prstGeom>
          <a:solidFill>
            <a:srgbClr val="DCE8F5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166AC"/>
                </a:solidFill>
              </a:rPr>
              <a:t>SeqSQLi (Our Approach)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RL agent learns from live WAF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15768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Discovers optimal mutation 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65576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Trained online against a real WAF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15383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Formally measures mutation ordering effect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SeqSQLi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Modeled as a Markov Decision Process (MDP)</a:t>
            </a:r>
          </a:p>
        </p:txBody>
      </p:sp>
      <p:pic>
        <p:nvPicPr>
          <p:cNvPr id="5" name="Picture 4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61872"/>
            <a:ext cx="51206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MDP Components: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74519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State  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7451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67-dim observation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8775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8D00"/>
                </a:solidFill>
              </a:rPr>
              <a:t>Action  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58775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51 mutation 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300984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604D"/>
                </a:solidFill>
              </a:rPr>
              <a:t>Reward  (r)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WAF response -&gt;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14215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AC26"/>
                </a:solidFill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014215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Live ModSecurity WAF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72744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Episode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7274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Max 15 mutation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State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Agent observes the payload as a 67-dimensional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577840" cy="2331720"/>
          </a:xfrm>
          <a:prstGeom prst="rect">
            <a:avLst/>
          </a:prstGeom>
          <a:solidFill>
            <a:srgbClr val="DCE8F5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1. Payload Features (14 dim)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Binary flags: which mutation families
have already been applied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577840" cy="2331720"/>
          </a:xfrm>
          <a:prstGeom prst="rect">
            <a:avLst/>
          </a:prstGeom>
          <a:solidFill>
            <a:srgbClr val="DCE8F5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2. Injection Type Bit (1 dim)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03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0 = union-based,  1 = error-based
Prevents policy collapse across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40480"/>
            <a:ext cx="5577840" cy="2331720"/>
          </a:xfrm>
          <a:prstGeom prst="rect">
            <a:avLst/>
          </a:prstGeom>
          <a:solidFill>
            <a:srgbClr val="FFF3D6"/>
          </a:solidFill>
          <a:ln w="1905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8D00"/>
                </a:solidFill>
              </a:rPr>
              <a:t>3. Last-Action One-Hot (51 dim)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Which mutation was applied at t-1
Enables learning of ordering dependencies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40480"/>
            <a:ext cx="5577840" cy="2331720"/>
          </a:xfrm>
          <a:prstGeom prst="rect">
            <a:avLst/>
          </a:prstGeom>
          <a:solidFill>
            <a:srgbClr val="EDF7ED"/>
          </a:solidFill>
          <a:ln w="1905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31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DAC26"/>
                </a:solidFill>
              </a:rPr>
              <a:t>4. Step Counter (1 dim)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617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Current step normalized by Tmax
Implicit remaining-budget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66AC"/>
                </a:solidFill>
              </a:rPr>
              <a:t>Total: 14 + 1 + 51 + 1 = 67 dimensions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Action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51 grammar-aware mutation operators across 9 families — semantics preserved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Case Mixing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3852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SeLeCt,  UnIoN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29844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399" y="138988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Whitespace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193852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tab,  newline,  %0a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29844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38988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Comment Insertion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93852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/**/,  /*!50000*/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4436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03580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Hex /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8444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0x3a,  URL-encode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294436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303580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Identifier Tricks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58444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`users`,  double-write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294436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03580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Aggregate Swap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58444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JSON_ARRAYAGG(CONCAT(.))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9028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68172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04D"/>
                </a:solidFill>
              </a:rPr>
              <a:t>Null Byte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23036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%00,  \x00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459028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399" y="468172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04D"/>
                </a:solidFill>
              </a:rPr>
              <a:t>Paren / 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523036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func( ),  dot prefix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590288"/>
            <a:ext cx="3703320" cy="1463040"/>
          </a:xfrm>
          <a:prstGeom prst="rect">
            <a:avLst/>
          </a:prstGeom>
          <a:solidFill>
            <a:srgbClr val="F7F9FC"/>
          </a:solidFill>
          <a:ln w="1524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468172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AC26"/>
                </a:solidFill>
              </a:rPr>
              <a:t>Semantic Substitution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5230368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AND-&gt;&amp;&amp;,  OR-&gt;||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Reward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Feedback signal guiding the agent's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11567160" cy="6309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AC26"/>
                </a:solidFill>
              </a:rPr>
              <a:t>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2984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DAC26"/>
                </a:solidFill>
              </a:rPr>
              <a:t>+10.0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2984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WAF bypassed — canary markers appear in response body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29384"/>
            <a:ext cx="115671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D00"/>
                </a:solidFill>
              </a:rPr>
              <a:t>SQL_ERROR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9659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08D00"/>
                </a:solidFill>
              </a:rPr>
              <a:t>+0.5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Payload reached DB but caused a SQL syntax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96896"/>
            <a:ext cx="11567160" cy="6309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334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04D"/>
                </a:solidFill>
              </a:rPr>
              <a:t>FILTERED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6334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604D"/>
                </a:solidFill>
              </a:rPr>
              <a:t>-1.0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3347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WAF blocked with a specific rule 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64408"/>
            <a:ext cx="115671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009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</a:rPr>
              <a:t>UNKNOWN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30098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-0.5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30098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Unrecognized response 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31920"/>
            <a:ext cx="11567160" cy="6309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684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04D"/>
                </a:solidFill>
              </a:rPr>
              <a:t>SERVER_ERROR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6849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604D"/>
                </a:solidFill>
              </a:rPr>
              <a:t>-1.5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6849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HTTP 500 — server error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599431"/>
            <a:ext cx="115671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360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04D"/>
                </a:solidFill>
              </a:rPr>
              <a:t>WAF_BLOCKED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6360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604D"/>
                </a:solidFill>
              </a:rPr>
              <a:t>-2.0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3600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WAF hard-blocked the request (HTTP 403)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66944"/>
            <a:ext cx="11567160" cy="630936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6604D"/>
                </a:solidFill>
              </a:rPr>
              <a:t>STAGNANT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3035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604D"/>
                </a:solidFill>
              </a:rPr>
              <a:t>-3.0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303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Mutation produced no change to the payload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126480"/>
            <a:ext cx="1156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66AC"/>
                </a:solidFill>
              </a:rPr>
              <a:t>+ PBRS Shaping: bonus per WAF trigger removed — policy-invariant dense guidance (Ng et al. 1999)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Three RL Algorithms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All on-policy, trained under identical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794760" cy="5166360"/>
          </a:xfrm>
          <a:prstGeom prst="rect">
            <a:avLst/>
          </a:prstGeom>
          <a:solidFill>
            <a:srgbClr val="FFF3D6"/>
          </a:solidFill>
          <a:ln w="1905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8D00"/>
                </a:solidFill>
              </a:rPr>
              <a:t>PPO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Proximal Policy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520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Clips the policy update ratio
to prevent excessively large steps.
Soft brake on policy change.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280160"/>
            <a:ext cx="3794760" cy="5166360"/>
          </a:xfrm>
          <a:prstGeom prst="rect">
            <a:avLst/>
          </a:prstGeom>
          <a:solidFill>
            <a:srgbClr val="DCE8F5"/>
          </a:solidFill>
          <a:ln w="1905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3716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66AC"/>
                </a:solidFill>
              </a:rPr>
              <a:t>TRPO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20574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Trust Region Policy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2697480"/>
            <a:ext cx="3520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Enforces a hard KL-divergence
constraint on each update.
Guarantees monotonic improvement.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280160"/>
            <a:ext cx="3794760" cy="5166360"/>
          </a:xfrm>
          <a:prstGeom prst="rect">
            <a:avLst/>
          </a:prstGeom>
          <a:solidFill>
            <a:srgbClr val="FDE0DC"/>
          </a:solidFill>
          <a:ln w="1905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13716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604D"/>
                </a:solidFill>
              </a:rPr>
              <a:t>A2C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05740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Advantage Actor-Critic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697480"/>
            <a:ext cx="3520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No update constraint — gradients
applied in a single direct pass.
Simplest but most noise-sensitive.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92240"/>
            <a:ext cx="1156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Shared: two-layer MLP (64 units, ReLU)  |  150,000 timesteps  |  GAE (lam=0.95)  |  gamma=0.99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Identical conditions for all three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557784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62456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WAF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62456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ModSecurity CRS v3.3.2
nginx 1.18  |  sqli-labs Less-1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596896"/>
            <a:ext cx="557784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60904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60904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http://localhost:8080/Less-1/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95344"/>
            <a:ext cx="557784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5935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9352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Ubuntu 24.04 (ARM64)
121 GiB RAM  |  NVIDIA GB10 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193792"/>
            <a:ext cx="557784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</a:rPr>
              <a:t>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25780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CPU-only (lightweight MLP)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98448"/>
            <a:ext cx="557784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362456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8D00"/>
                </a:solidFill>
              </a:rPr>
              <a:t>Payload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362456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108 validated union-based payloads
3 complexity tiers (36 each)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596896"/>
            <a:ext cx="557784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660904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8D00"/>
                </a:solidFill>
              </a:rPr>
              <a:t>Tiers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660904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Trivial: case + whitespace
Medium: + aggregate rule
Complex: + hex + FROM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95344"/>
            <a:ext cx="557784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95935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8D00"/>
                </a:solidFill>
              </a:rPr>
              <a:t>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959352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150,000 timesteps  |  max 15 steps/ep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193792"/>
            <a:ext cx="557784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2578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8D00"/>
                </a:solidFill>
              </a:rP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25780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Stochastic mode  |  all 108 payloads
Metrics: IFNR and SPBARC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RQ1 — Overall WAF Bypass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TRPO achieves the best results across all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371600"/>
            <a:ext cx="169164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426464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IFNR (higher)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371600"/>
            <a:ext cx="178308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2646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SPBARC (lower)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371600"/>
            <a:ext cx="141732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426464"/>
            <a:ext cx="1325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Trivial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371600"/>
            <a:ext cx="141732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426464"/>
            <a:ext cx="1325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371600"/>
            <a:ext cx="1463040" cy="53035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42646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Complex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01952"/>
            <a:ext cx="2011680" cy="694944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97510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166AC"/>
                </a:solidFill>
              </a:rPr>
              <a:t>TRPO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901952"/>
            <a:ext cx="1691640" cy="694944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1975104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99.1%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901952"/>
            <a:ext cx="1783080" cy="694944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97510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6.07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901952"/>
            <a:ext cx="1417320" cy="694944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975104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901952"/>
            <a:ext cx="1417320" cy="694944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975104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901952"/>
            <a:ext cx="1463040" cy="694944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197510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166AC"/>
                </a:solidFill>
              </a:rPr>
              <a:t>97.2%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33472"/>
            <a:ext cx="2011680" cy="694944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70662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8D00"/>
                </a:solidFill>
              </a:rPr>
              <a:t>PPO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633472"/>
            <a:ext cx="1691640" cy="694944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2706624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88.9%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2633472"/>
            <a:ext cx="1783080" cy="694944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270662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6.89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633472"/>
            <a:ext cx="1417320" cy="694944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2706624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2633472"/>
            <a:ext cx="1417320" cy="694944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706624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2633472"/>
            <a:ext cx="1463040" cy="694944"/>
          </a:xfrm>
          <a:prstGeom prst="rect">
            <a:avLst/>
          </a:prstGeom>
          <a:solidFill>
            <a:srgbClr val="FF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270662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8D00"/>
                </a:solidFill>
              </a:rPr>
              <a:t>66.7%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64992"/>
            <a:ext cx="2011680" cy="694944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43814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604D"/>
                </a:solidFill>
              </a:rPr>
              <a:t>A2C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3364992"/>
            <a:ext cx="1691640" cy="694944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600" y="3438144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76.9%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3364992"/>
            <a:ext cx="1783080" cy="694944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0" y="343814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10.08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364992"/>
            <a:ext cx="1417320" cy="694944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3438144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3364992"/>
            <a:ext cx="1417320" cy="694944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3438144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A1A1A"/>
                </a:solidFill>
              </a:rPr>
              <a:t>97.2%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3364992"/>
            <a:ext cx="1463040" cy="694944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343814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604D"/>
                </a:solidFill>
              </a:rPr>
              <a:t>33.3%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297680"/>
            <a:ext cx="11292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IFNR = % of blocked payloads ultimately bypassed  |  SPBARC = avg. HTTP requests per bypass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754880"/>
            <a:ext cx="11292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All algorithms substantially outperform the random baseline  (IFNR 3.7%,  SPBARC 216)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Tier-Level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Complex tier is the key discriminator — longer mutation chains required</a:t>
            </a:r>
          </a:p>
        </p:txBody>
      </p:sp>
      <p:pic>
        <p:nvPicPr>
          <p:cNvPr id="5" name="Picture 4" descr="fig_tier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7223760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417320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Why does Complex tier matter?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9659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-  Trivial: case + whitespace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92608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-  Medium: +1 rule (aggregate functions)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88620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-  Complex: +2 more rules
(hex + FROM users)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84632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-&gt;  Requires 3+ ordered mutations
to defeat all rules simultaneously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80644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6AC"/>
                </a:solidFill>
              </a:rPr>
              <a:t>-&gt;  TRPO KL bound provides stability
for long mutation chains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Training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TRPO most stable; A2C suffers policy collapse at ~80k timesteps</a:t>
            </a:r>
          </a:p>
        </p:txBody>
      </p:sp>
      <p:pic>
        <p:nvPicPr>
          <p:cNvPr id="5" name="Picture 4" descr="fig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61872"/>
            <a:ext cx="8778240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66AC"/>
                </a:solidFill>
              </a:rPr>
              <a:t>TRPO: Converges to highest reward;
most stable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749039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8D00"/>
                </a:solidFill>
              </a:rPr>
              <a:t>PPO: Faster initial rise;
plateaus below TRPO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604D"/>
                </a:solidFill>
              </a:rPr>
              <a:t>A2C: Policy collapse at ~80k
(unconstrained update)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RQ3 — Does Mutation Order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CE8F5"/>
                </a:solidFill>
              </a:rPr>
              <a:t>Yes — 35 consensus pairs succeed only in the correct order</a:t>
            </a:r>
          </a:p>
        </p:txBody>
      </p:sp>
      <p:pic>
        <p:nvPicPr>
          <p:cNvPr id="5" name="Picture 4" descr="fig_ordering_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768096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41732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6AC"/>
                </a:solidFill>
              </a:rPr>
              <a:t>Key Findings: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920240"/>
            <a:ext cx="3749039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842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35 consensus pairs: A-&gt;B succeeds;
B-&gt;A fails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3063240"/>
            <a:ext cx="3749039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1272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Strongest gap:
ident_backtick -&gt; hex_to_char
Fwd 98%  |  Rev 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4206240"/>
            <a:ext cx="3749039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2702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Pattern consistent across
all 3 algorithms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5349240"/>
            <a:ext cx="3749039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541324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Ordering originates from WAF
rule topology, not
algorithm dynamics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98448"/>
            <a:ext cx="11475720" cy="1170432"/>
          </a:xfrm>
          <a:prstGeom prst="rect">
            <a:avLst/>
          </a:prstGeom>
          <a:solidFill>
            <a:srgbClr val="F7F9FC"/>
          </a:solidFill>
          <a:ln w="1651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6245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1.  SeqSQLi effectively learns to bypass WAF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TRPO achieves 99.1% bypass rate — 107 out of 108 initially blocked payloads succeeded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96896"/>
            <a:ext cx="11475720" cy="1170432"/>
          </a:xfrm>
          <a:prstGeom prst="rect">
            <a:avLst/>
          </a:prstGeom>
          <a:solidFill>
            <a:srgbClr val="F7F9FC"/>
          </a:solidFill>
          <a:ln w="1651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60904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66AC"/>
                </a:solidFill>
              </a:rPr>
              <a:t>2.  TRPO &gt; PPO &gt; A2C across all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99815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Trust-region / KL-bound constraint is superior for sparse-reward, long-horizon episodes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95344"/>
            <a:ext cx="11475720" cy="1170432"/>
          </a:xfrm>
          <a:prstGeom prst="rect">
            <a:avLst/>
          </a:prstGeom>
          <a:solidFill>
            <a:srgbClr val="F7F9FC"/>
          </a:solidFill>
          <a:ln w="1651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5935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DAC26"/>
                </a:solidFill>
              </a:rPr>
              <a:t>3.  Mutation ordering is a learnable structural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98264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35 cross-algorithm consensus pairs confirm ordering originates from WAF rule topology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93792"/>
            <a:ext cx="11475720" cy="1170432"/>
          </a:xfrm>
          <a:prstGeom prst="rect">
            <a:avLst/>
          </a:prstGeom>
          <a:solidFill>
            <a:srgbClr val="F7F9FC"/>
          </a:solidFill>
          <a:ln w="16510">
            <a:solidFill>
              <a:srgbClr val="E08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8D00"/>
                </a:solidFill>
              </a:rPr>
              <a:t>4.  Complex tier is the true discriminator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96712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Trivial and medium tiers are saturated; complex tier reveals real capability differences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5577840" cy="5212080"/>
          </a:xfrm>
          <a:prstGeom prst="rect">
            <a:avLst/>
          </a:prstGeom>
          <a:solidFill>
            <a:srgbClr val="F7F9FC"/>
          </a:solidFill>
          <a:ln w="19050">
            <a:solidFill>
              <a:srgbClr val="D66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6604D"/>
                </a:solidFill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Single WAF target (ModSecurity 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Single injection type (union-based)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Single application &amp; injection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No evaluation on commercial WAFs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577840" cy="5212080"/>
          </a:xfrm>
          <a:prstGeom prst="rect">
            <a:avLst/>
          </a:prstGeom>
          <a:solidFill>
            <a:srgbClr val="F7F9FC"/>
          </a:solidFill>
          <a:ln w="19050">
            <a:solidFill>
              <a:srgbClr val="4D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DAC26"/>
                </a:solidFill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RQ2: Zero-shot transfer to Safeline CE
(ML-based WAF, neural network detection)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175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Extend corpus to error-based (216 total)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233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Explore XSS &amp; second-order SQLi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29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-  Publication to KIIT Journal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6A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88952" cy="2377440"/>
          </a:xfrm>
          <a:prstGeom prst="rect">
            <a:avLst/>
          </a:prstGeom>
          <a:solidFill>
            <a:srgbClr val="195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DCE8F5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AACC"/>
                </a:solidFill>
              </a:rPr>
              <a:t>Roby Firnando Yusuf  |  roby@example.com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